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Narrow Bold" charset="1" panose="00000806000000000000"/>
      <p:regular r:id="rId14"/>
    </p:embeddedFont>
    <p:embeddedFont>
      <p:font typeface="Cy Grotesk Key Bold" charset="1" panose="00000800000000000000"/>
      <p:regular r:id="rId15"/>
    </p:embeddedFont>
    <p:embeddedFont>
      <p:font typeface="IBM Plex Sans Bold" charset="1" panose="020B0803050203000203"/>
      <p:regular r:id="rId16"/>
    </p:embeddedFont>
    <p:embeddedFont>
      <p:font typeface="Agrandir Narrow Ultra-Bold" charset="1" panose="00000906000000000000"/>
      <p:regular r:id="rId17"/>
    </p:embeddedFont>
    <p:embeddedFont>
      <p:font typeface="Agrandir Narrow" charset="1" panose="00000506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40.png" Type="http://schemas.openxmlformats.org/officeDocument/2006/relationships/image"/><Relationship Id="rId19" Target="../media/image41.sv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sv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C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246066" y="9239023"/>
            <a:ext cx="1604869" cy="1333500"/>
          </a:xfrm>
          <a:custGeom>
            <a:avLst/>
            <a:gdLst/>
            <a:ahLst/>
            <a:cxnLst/>
            <a:rect r="r" b="b" t="t" l="l"/>
            <a:pathLst>
              <a:path h="1333500" w="1604869">
                <a:moveTo>
                  <a:pt x="0" y="0"/>
                </a:moveTo>
                <a:lnTo>
                  <a:pt x="1604868" y="0"/>
                </a:lnTo>
                <a:lnTo>
                  <a:pt x="1604868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76800" y="762000"/>
            <a:ext cx="2171700" cy="726532"/>
          </a:xfrm>
          <a:custGeom>
            <a:avLst/>
            <a:gdLst/>
            <a:ahLst/>
            <a:cxnLst/>
            <a:rect r="r" b="b" t="t" l="l"/>
            <a:pathLst>
              <a:path h="726532" w="2171700">
                <a:moveTo>
                  <a:pt x="0" y="0"/>
                </a:moveTo>
                <a:lnTo>
                  <a:pt x="2171700" y="0"/>
                </a:lnTo>
                <a:lnTo>
                  <a:pt x="2171700" y="726532"/>
                </a:lnTo>
                <a:lnTo>
                  <a:pt x="0" y="726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617030">
            <a:off x="14775660" y="1023105"/>
            <a:ext cx="1734704" cy="1776699"/>
          </a:xfrm>
          <a:custGeom>
            <a:avLst/>
            <a:gdLst/>
            <a:ahLst/>
            <a:cxnLst/>
            <a:rect r="r" b="b" t="t" l="l"/>
            <a:pathLst>
              <a:path h="1776699" w="1734704">
                <a:moveTo>
                  <a:pt x="0" y="0"/>
                </a:moveTo>
                <a:lnTo>
                  <a:pt x="1734704" y="0"/>
                </a:lnTo>
                <a:lnTo>
                  <a:pt x="1734704" y="1776699"/>
                </a:lnTo>
                <a:lnTo>
                  <a:pt x="0" y="1776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58200" y="9212183"/>
            <a:ext cx="2986800" cy="130333"/>
          </a:xfrm>
          <a:custGeom>
            <a:avLst/>
            <a:gdLst/>
            <a:ahLst/>
            <a:cxnLst/>
            <a:rect r="r" b="b" t="t" l="l"/>
            <a:pathLst>
              <a:path h="130333" w="2986800">
                <a:moveTo>
                  <a:pt x="0" y="0"/>
                </a:moveTo>
                <a:lnTo>
                  <a:pt x="2986800" y="0"/>
                </a:lnTo>
                <a:lnTo>
                  <a:pt x="2986800" y="130334"/>
                </a:lnTo>
                <a:lnTo>
                  <a:pt x="0" y="1303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524000" y="3373138"/>
            <a:ext cx="6117901" cy="3554953"/>
            <a:chOff x="0" y="0"/>
            <a:chExt cx="8157201" cy="4739937"/>
          </a:xfrm>
        </p:grpSpPr>
        <p:sp>
          <p:nvSpPr>
            <p:cNvPr name="AutoShape 7" id="7"/>
            <p:cNvSpPr/>
            <p:nvPr/>
          </p:nvSpPr>
          <p:spPr>
            <a:xfrm>
              <a:off x="0" y="44450"/>
              <a:ext cx="1968980" cy="0"/>
            </a:xfrm>
            <a:prstGeom prst="line">
              <a:avLst/>
            </a:prstGeom>
            <a:ln cap="rnd" w="88900">
              <a:solidFill>
                <a:srgbClr val="00000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688273"/>
              <a:ext cx="8157201" cy="2223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000"/>
                </a:lnSpc>
                <a:spcBef>
                  <a:spcPct val="0"/>
                </a:spcBef>
              </a:pPr>
              <a:r>
                <a:rPr lang="en-US" b="true" sz="10000">
                  <a:solidFill>
                    <a:srgbClr val="000001"/>
                  </a:solidFill>
                  <a:latin typeface="Agrandir Narrow Bold"/>
                  <a:ea typeface="Agrandir Narrow Bold"/>
                  <a:cs typeface="Agrandir Narrow Bold"/>
                  <a:sym typeface="Agrandir Narrow Bold"/>
                </a:rPr>
                <a:t>LYME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115184"/>
              <a:ext cx="8157201" cy="1624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40"/>
                </a:lnSpc>
              </a:pPr>
              <a:r>
                <a:rPr lang="en-US" b="true" sz="3800">
                  <a:solidFill>
                    <a:srgbClr val="000001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Представено от отбор EPSON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-680414" y="6805678"/>
            <a:ext cx="1867272" cy="1229005"/>
          </a:xfrm>
          <a:custGeom>
            <a:avLst/>
            <a:gdLst/>
            <a:ahLst/>
            <a:cxnLst/>
            <a:rect r="r" b="b" t="t" l="l"/>
            <a:pathLst>
              <a:path h="1229005" w="1867272">
                <a:moveTo>
                  <a:pt x="0" y="0"/>
                </a:moveTo>
                <a:lnTo>
                  <a:pt x="1867272" y="0"/>
                </a:lnTo>
                <a:lnTo>
                  <a:pt x="1867272" y="1229004"/>
                </a:lnTo>
                <a:lnTo>
                  <a:pt x="0" y="12290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C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4000" y="1276668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430500" y="1276668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429000" y="2667000"/>
            <a:ext cx="11430000" cy="1260517"/>
            <a:chOff x="0" y="0"/>
            <a:chExt cx="2900879" cy="319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00879" cy="319913"/>
            </a:xfrm>
            <a:custGeom>
              <a:avLst/>
              <a:gdLst/>
              <a:ahLst/>
              <a:cxnLst/>
              <a:rect r="r" b="b" t="t" l="l"/>
              <a:pathLst>
                <a:path h="319913" w="2900879">
                  <a:moveTo>
                    <a:pt x="0" y="0"/>
                  </a:moveTo>
                  <a:lnTo>
                    <a:pt x="2900879" y="0"/>
                  </a:lnTo>
                  <a:lnTo>
                    <a:pt x="2900879" y="319913"/>
                  </a:lnTo>
                  <a:lnTo>
                    <a:pt x="0" y="319913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00879" cy="3580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Даниел Йорданов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29000" y="4024312"/>
            <a:ext cx="11430000" cy="1260517"/>
            <a:chOff x="0" y="0"/>
            <a:chExt cx="2900879" cy="3199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00879" cy="319913"/>
            </a:xfrm>
            <a:custGeom>
              <a:avLst/>
              <a:gdLst/>
              <a:ahLst/>
              <a:cxnLst/>
              <a:rect r="r" b="b" t="t" l="l"/>
              <a:pathLst>
                <a:path h="319913" w="2900879">
                  <a:moveTo>
                    <a:pt x="0" y="0"/>
                  </a:moveTo>
                  <a:lnTo>
                    <a:pt x="2900879" y="0"/>
                  </a:lnTo>
                  <a:lnTo>
                    <a:pt x="2900879" y="319913"/>
                  </a:lnTo>
                  <a:lnTo>
                    <a:pt x="0" y="319913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900879" cy="3675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4000" spc="-20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Радослав Славов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29000" y="5381625"/>
            <a:ext cx="11430000" cy="1260517"/>
            <a:chOff x="0" y="0"/>
            <a:chExt cx="2900879" cy="3199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00879" cy="319913"/>
            </a:xfrm>
            <a:custGeom>
              <a:avLst/>
              <a:gdLst/>
              <a:ahLst/>
              <a:cxnLst/>
              <a:rect r="r" b="b" t="t" l="l"/>
              <a:pathLst>
                <a:path h="319913" w="2900879">
                  <a:moveTo>
                    <a:pt x="0" y="0"/>
                  </a:moveTo>
                  <a:lnTo>
                    <a:pt x="2900879" y="0"/>
                  </a:lnTo>
                  <a:lnTo>
                    <a:pt x="2900879" y="319913"/>
                  </a:lnTo>
                  <a:lnTo>
                    <a:pt x="0" y="319913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900879" cy="3580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Виктор Христов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429000" y="6738938"/>
            <a:ext cx="11430000" cy="1260517"/>
            <a:chOff x="0" y="0"/>
            <a:chExt cx="2900879" cy="3199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00879" cy="319913"/>
            </a:xfrm>
            <a:custGeom>
              <a:avLst/>
              <a:gdLst/>
              <a:ahLst/>
              <a:cxnLst/>
              <a:rect r="r" b="b" t="t" l="l"/>
              <a:pathLst>
                <a:path h="319913" w="2900879">
                  <a:moveTo>
                    <a:pt x="0" y="0"/>
                  </a:moveTo>
                  <a:lnTo>
                    <a:pt x="2900879" y="0"/>
                  </a:lnTo>
                  <a:lnTo>
                    <a:pt x="2900879" y="319913"/>
                  </a:lnTo>
                  <a:lnTo>
                    <a:pt x="0" y="319913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900879" cy="35801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Филип Лесов - нашият ментор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917618" y="1809750"/>
            <a:ext cx="1025583" cy="1714500"/>
          </a:xfrm>
          <a:custGeom>
            <a:avLst/>
            <a:gdLst/>
            <a:ahLst/>
            <a:cxnLst/>
            <a:rect r="r" b="b" t="t" l="l"/>
            <a:pathLst>
              <a:path h="1714500" w="1025583">
                <a:moveTo>
                  <a:pt x="0" y="0"/>
                </a:moveTo>
                <a:lnTo>
                  <a:pt x="1025583" y="0"/>
                </a:lnTo>
                <a:lnTo>
                  <a:pt x="1025583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400000">
            <a:off x="1388316" y="6874622"/>
            <a:ext cx="1604869" cy="1333500"/>
          </a:xfrm>
          <a:custGeom>
            <a:avLst/>
            <a:gdLst/>
            <a:ahLst/>
            <a:cxnLst/>
            <a:rect r="r" b="b" t="t" l="l"/>
            <a:pathLst>
              <a:path h="1333500" w="1604869">
                <a:moveTo>
                  <a:pt x="0" y="0"/>
                </a:moveTo>
                <a:lnTo>
                  <a:pt x="1604868" y="0"/>
                </a:lnTo>
                <a:lnTo>
                  <a:pt x="1604868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820900" y="3524250"/>
            <a:ext cx="1815840" cy="3665463"/>
          </a:xfrm>
          <a:custGeom>
            <a:avLst/>
            <a:gdLst/>
            <a:ahLst/>
            <a:cxnLst/>
            <a:rect r="r" b="b" t="t" l="l"/>
            <a:pathLst>
              <a:path h="3665463" w="1815840">
                <a:moveTo>
                  <a:pt x="0" y="0"/>
                </a:moveTo>
                <a:lnTo>
                  <a:pt x="1815840" y="0"/>
                </a:lnTo>
                <a:lnTo>
                  <a:pt x="1815840" y="3665463"/>
                </a:lnTo>
                <a:lnTo>
                  <a:pt x="0" y="36654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67100" y="647700"/>
            <a:ext cx="11353800" cy="114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НАШИЯТ ОТБОР - EPSON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4000" y="1181100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430500" y="1181100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3077814"/>
            <a:ext cx="5257800" cy="6428593"/>
            <a:chOff x="0" y="0"/>
            <a:chExt cx="1334404" cy="16315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4404" cy="1631546"/>
            </a:xfrm>
            <a:custGeom>
              <a:avLst/>
              <a:gdLst/>
              <a:ahLst/>
              <a:cxnLst/>
              <a:rect r="r" b="b" t="t" l="l"/>
              <a:pathLst>
                <a:path h="1631546" w="1334404">
                  <a:moveTo>
                    <a:pt x="0" y="0"/>
                  </a:moveTo>
                  <a:lnTo>
                    <a:pt x="1334404" y="0"/>
                  </a:lnTo>
                  <a:lnTo>
                    <a:pt x="1334404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86BCFD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34404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Заглушаване</a:t>
              </a: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на сигнала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62750" y="3077814"/>
            <a:ext cx="4762500" cy="6428593"/>
            <a:chOff x="0" y="0"/>
            <a:chExt cx="1208699" cy="16315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8699" cy="1631546"/>
            </a:xfrm>
            <a:custGeom>
              <a:avLst/>
              <a:gdLst/>
              <a:ahLst/>
              <a:cxnLst/>
              <a:rect r="r" b="b" t="t" l="l"/>
              <a:pathLst>
                <a:path h="1631546" w="1208699">
                  <a:moveTo>
                    <a:pt x="0" y="0"/>
                  </a:moveTo>
                  <a:lnTo>
                    <a:pt x="1208699" y="0"/>
                  </a:lnTo>
                  <a:lnTo>
                    <a:pt x="1208699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FD7F3D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08699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Нежелан</a:t>
              </a: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Достъп до видеопотока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01500" y="3077814"/>
            <a:ext cx="4762500" cy="6428593"/>
            <a:chOff x="0" y="0"/>
            <a:chExt cx="1208699" cy="16315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8699" cy="1631546"/>
            </a:xfrm>
            <a:custGeom>
              <a:avLst/>
              <a:gdLst/>
              <a:ahLst/>
              <a:cxnLst/>
              <a:rect r="r" b="b" t="t" l="l"/>
              <a:pathLst>
                <a:path h="1631546" w="1208699">
                  <a:moveTo>
                    <a:pt x="0" y="0"/>
                  </a:moveTo>
                  <a:lnTo>
                    <a:pt x="1208699" y="0"/>
                  </a:lnTo>
                  <a:lnTo>
                    <a:pt x="1208699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83C9B2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08699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Неспособност</a:t>
              </a: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да се изолира параметър за наблюдение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150986" y="1744625"/>
            <a:ext cx="2216627" cy="2666378"/>
          </a:xfrm>
          <a:custGeom>
            <a:avLst/>
            <a:gdLst/>
            <a:ahLst/>
            <a:cxnLst/>
            <a:rect r="r" b="b" t="t" l="l"/>
            <a:pathLst>
              <a:path h="2666378" w="2216627">
                <a:moveTo>
                  <a:pt x="0" y="0"/>
                </a:moveTo>
                <a:lnTo>
                  <a:pt x="2216628" y="0"/>
                </a:lnTo>
                <a:lnTo>
                  <a:pt x="2216628" y="2666378"/>
                </a:lnTo>
                <a:lnTo>
                  <a:pt x="0" y="2666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67100" y="638175"/>
            <a:ext cx="11627975" cy="117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60"/>
              </a:lnSpc>
              <a:spcBef>
                <a:spcPct val="0"/>
              </a:spcBef>
            </a:pPr>
            <a:r>
              <a:rPr lang="en-US" b="true" sz="6964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НАСТОЯЩИЯ ПРОБЛЕМ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4000" y="1181100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430500" y="1181100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3077814"/>
            <a:ext cx="5257800" cy="6428593"/>
            <a:chOff x="0" y="0"/>
            <a:chExt cx="1334404" cy="16315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4404" cy="1631546"/>
            </a:xfrm>
            <a:custGeom>
              <a:avLst/>
              <a:gdLst/>
              <a:ahLst/>
              <a:cxnLst/>
              <a:rect r="r" b="b" t="t" l="l"/>
              <a:pathLst>
                <a:path h="1631546" w="1334404">
                  <a:moveTo>
                    <a:pt x="0" y="0"/>
                  </a:moveTo>
                  <a:lnTo>
                    <a:pt x="1334404" y="0"/>
                  </a:lnTo>
                  <a:lnTo>
                    <a:pt x="1334404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86BCFD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34404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Премахваме</a:t>
              </a: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необходимостта от физически връзки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62750" y="3077814"/>
            <a:ext cx="4762500" cy="6428593"/>
            <a:chOff x="0" y="0"/>
            <a:chExt cx="1208699" cy="16315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8699" cy="1631546"/>
            </a:xfrm>
            <a:custGeom>
              <a:avLst/>
              <a:gdLst/>
              <a:ahLst/>
              <a:cxnLst/>
              <a:rect r="r" b="b" t="t" l="l"/>
              <a:pathLst>
                <a:path h="1631546" w="1208699">
                  <a:moveTo>
                    <a:pt x="0" y="0"/>
                  </a:moveTo>
                  <a:lnTo>
                    <a:pt x="1208699" y="0"/>
                  </a:lnTo>
                  <a:lnTo>
                    <a:pt x="1208699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FD7F3D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08699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Предаване на сигнал,</a:t>
              </a: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 който да не бъде заглушен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01500" y="3077814"/>
            <a:ext cx="4762500" cy="6428593"/>
            <a:chOff x="0" y="0"/>
            <a:chExt cx="1208699" cy="16315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8699" cy="1631546"/>
            </a:xfrm>
            <a:custGeom>
              <a:avLst/>
              <a:gdLst/>
              <a:ahLst/>
              <a:cxnLst/>
              <a:rect r="r" b="b" t="t" l="l"/>
              <a:pathLst>
                <a:path h="1631546" w="1208699">
                  <a:moveTo>
                    <a:pt x="0" y="0"/>
                  </a:moveTo>
                  <a:lnTo>
                    <a:pt x="1208699" y="0"/>
                  </a:lnTo>
                  <a:lnTo>
                    <a:pt x="1208699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83C9B2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08699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Ускорен</a:t>
              </a: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а обработка на данни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467100" y="638175"/>
            <a:ext cx="11627975" cy="117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60"/>
              </a:lnSpc>
              <a:spcBef>
                <a:spcPct val="0"/>
              </a:spcBef>
            </a:pPr>
            <a:r>
              <a:rPr lang="en-US" b="true" sz="6964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КАКВО ПРЕДЛАГА LYME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77814"/>
            <a:ext cx="5257800" cy="6428593"/>
            <a:chOff x="0" y="0"/>
            <a:chExt cx="1334404" cy="16315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4404" cy="1631546"/>
            </a:xfrm>
            <a:custGeom>
              <a:avLst/>
              <a:gdLst/>
              <a:ahLst/>
              <a:cxnLst/>
              <a:rect r="r" b="b" t="t" l="l"/>
              <a:pathLst>
                <a:path h="1631546" w="1334404">
                  <a:moveTo>
                    <a:pt x="0" y="0"/>
                  </a:moveTo>
                  <a:lnTo>
                    <a:pt x="1334404" y="0"/>
                  </a:lnTo>
                  <a:lnTo>
                    <a:pt x="1334404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86BCFD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4404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Hardware layer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62750" y="3077814"/>
            <a:ext cx="4762500" cy="6428593"/>
            <a:chOff x="0" y="0"/>
            <a:chExt cx="1208699" cy="16315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8699" cy="1631546"/>
            </a:xfrm>
            <a:custGeom>
              <a:avLst/>
              <a:gdLst/>
              <a:ahLst/>
              <a:cxnLst/>
              <a:rect r="r" b="b" t="t" l="l"/>
              <a:pathLst>
                <a:path h="1631546" w="1208699">
                  <a:moveTo>
                    <a:pt x="0" y="0"/>
                  </a:moveTo>
                  <a:lnTo>
                    <a:pt x="1208699" y="0"/>
                  </a:lnTo>
                  <a:lnTo>
                    <a:pt x="1208699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FD7F3D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08699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Software layer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01500" y="3077814"/>
            <a:ext cx="4762500" cy="6428593"/>
            <a:chOff x="0" y="0"/>
            <a:chExt cx="1208699" cy="16315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8699" cy="1631546"/>
            </a:xfrm>
            <a:custGeom>
              <a:avLst/>
              <a:gdLst/>
              <a:ahLst/>
              <a:cxnLst/>
              <a:rect r="r" b="b" t="t" l="l"/>
              <a:pathLst>
                <a:path h="1631546" w="1208699">
                  <a:moveTo>
                    <a:pt x="0" y="0"/>
                  </a:moveTo>
                  <a:lnTo>
                    <a:pt x="1208699" y="0"/>
                  </a:lnTo>
                  <a:lnTo>
                    <a:pt x="1208699" y="1631546"/>
                  </a:lnTo>
                  <a:lnTo>
                    <a:pt x="0" y="1631546"/>
                  </a:lnTo>
                  <a:close/>
                </a:path>
              </a:pathLst>
            </a:custGeom>
            <a:solidFill>
              <a:srgbClr val="83C9B2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08699" cy="166964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 spc="-19">
                  <a:solidFill>
                    <a:srgbClr val="000001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Graphic User Interface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524000" y="1181100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5430500" y="1181100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467100" y="638175"/>
            <a:ext cx="11627975" cy="117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60"/>
              </a:lnSpc>
              <a:spcBef>
                <a:spcPct val="0"/>
              </a:spcBef>
            </a:pPr>
            <a:r>
              <a:rPr lang="en-US" b="true" sz="6964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КАК РАБОТИ LYME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4000" y="1181100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430500" y="1181100"/>
            <a:ext cx="1333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554239">
            <a:off x="490816" y="3078953"/>
            <a:ext cx="2434238" cy="3222830"/>
          </a:xfrm>
          <a:custGeom>
            <a:avLst/>
            <a:gdLst/>
            <a:ahLst/>
            <a:cxnLst/>
            <a:rect r="r" b="b" t="t" l="l"/>
            <a:pathLst>
              <a:path h="3222830" w="2434238">
                <a:moveTo>
                  <a:pt x="0" y="0"/>
                </a:moveTo>
                <a:lnTo>
                  <a:pt x="2434238" y="0"/>
                </a:lnTo>
                <a:lnTo>
                  <a:pt x="2434238" y="3222829"/>
                </a:lnTo>
                <a:lnTo>
                  <a:pt x="0" y="3222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27520">
            <a:off x="178751" y="7330427"/>
            <a:ext cx="2533721" cy="2533721"/>
          </a:xfrm>
          <a:custGeom>
            <a:avLst/>
            <a:gdLst/>
            <a:ahLst/>
            <a:cxnLst/>
            <a:rect r="r" b="b" t="t" l="l"/>
            <a:pathLst>
              <a:path h="2533721" w="2533721">
                <a:moveTo>
                  <a:pt x="0" y="0"/>
                </a:moveTo>
                <a:lnTo>
                  <a:pt x="2533721" y="0"/>
                </a:lnTo>
                <a:lnTo>
                  <a:pt x="2533721" y="2533721"/>
                </a:lnTo>
                <a:lnTo>
                  <a:pt x="0" y="2533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7580">
            <a:off x="3247529" y="1915196"/>
            <a:ext cx="7292157" cy="2980669"/>
          </a:xfrm>
          <a:custGeom>
            <a:avLst/>
            <a:gdLst/>
            <a:ahLst/>
            <a:cxnLst/>
            <a:rect r="r" b="b" t="t" l="l"/>
            <a:pathLst>
              <a:path h="2980669" w="7292157">
                <a:moveTo>
                  <a:pt x="0" y="0"/>
                </a:moveTo>
                <a:lnTo>
                  <a:pt x="7292157" y="0"/>
                </a:lnTo>
                <a:lnTo>
                  <a:pt x="7292157" y="2980669"/>
                </a:lnTo>
                <a:lnTo>
                  <a:pt x="0" y="2980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34420">
            <a:off x="2737731" y="5705630"/>
            <a:ext cx="7195328" cy="1951733"/>
          </a:xfrm>
          <a:custGeom>
            <a:avLst/>
            <a:gdLst/>
            <a:ahLst/>
            <a:cxnLst/>
            <a:rect r="r" b="b" t="t" l="l"/>
            <a:pathLst>
              <a:path h="1951733" w="7195328">
                <a:moveTo>
                  <a:pt x="0" y="0"/>
                </a:moveTo>
                <a:lnTo>
                  <a:pt x="7195328" y="0"/>
                </a:lnTo>
                <a:lnTo>
                  <a:pt x="7195328" y="1951733"/>
                </a:lnTo>
                <a:lnTo>
                  <a:pt x="0" y="1951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13057">
            <a:off x="14726628" y="3060791"/>
            <a:ext cx="2324724" cy="2970893"/>
          </a:xfrm>
          <a:custGeom>
            <a:avLst/>
            <a:gdLst/>
            <a:ahLst/>
            <a:cxnLst/>
            <a:rect r="r" b="b" t="t" l="l"/>
            <a:pathLst>
              <a:path h="2970893" w="2324724">
                <a:moveTo>
                  <a:pt x="0" y="0"/>
                </a:moveTo>
                <a:lnTo>
                  <a:pt x="2324723" y="0"/>
                </a:lnTo>
                <a:lnTo>
                  <a:pt x="2324723" y="2970892"/>
                </a:lnTo>
                <a:lnTo>
                  <a:pt x="0" y="29708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06731">
            <a:off x="11486076" y="2112526"/>
            <a:ext cx="3018966" cy="3018966"/>
          </a:xfrm>
          <a:custGeom>
            <a:avLst/>
            <a:gdLst/>
            <a:ahLst/>
            <a:cxnLst/>
            <a:rect r="r" b="b" t="t" l="l"/>
            <a:pathLst>
              <a:path h="3018966" w="3018966">
                <a:moveTo>
                  <a:pt x="0" y="0"/>
                </a:moveTo>
                <a:lnTo>
                  <a:pt x="3018967" y="0"/>
                </a:lnTo>
                <a:lnTo>
                  <a:pt x="3018967" y="3018966"/>
                </a:lnTo>
                <a:lnTo>
                  <a:pt x="0" y="30189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83330" y="7676427"/>
            <a:ext cx="3835944" cy="2610573"/>
          </a:xfrm>
          <a:custGeom>
            <a:avLst/>
            <a:gdLst/>
            <a:ahLst/>
            <a:cxnLst/>
            <a:rect r="r" b="b" t="t" l="l"/>
            <a:pathLst>
              <a:path h="2610573" w="3835944">
                <a:moveTo>
                  <a:pt x="0" y="0"/>
                </a:moveTo>
                <a:lnTo>
                  <a:pt x="3835944" y="0"/>
                </a:lnTo>
                <a:lnTo>
                  <a:pt x="3835944" y="2610573"/>
                </a:lnTo>
                <a:lnTo>
                  <a:pt x="0" y="26105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58719" y="6464227"/>
            <a:ext cx="6060540" cy="4011382"/>
          </a:xfrm>
          <a:custGeom>
            <a:avLst/>
            <a:gdLst/>
            <a:ahLst/>
            <a:cxnLst/>
            <a:rect r="r" b="b" t="t" l="l"/>
            <a:pathLst>
              <a:path h="4011382" w="6060540">
                <a:moveTo>
                  <a:pt x="0" y="0"/>
                </a:moveTo>
                <a:lnTo>
                  <a:pt x="6060541" y="0"/>
                </a:lnTo>
                <a:lnTo>
                  <a:pt x="6060541" y="4011382"/>
                </a:lnTo>
                <a:lnTo>
                  <a:pt x="0" y="40113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57500" y="530158"/>
            <a:ext cx="12359056" cy="117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60"/>
              </a:lnSpc>
              <a:spcBef>
                <a:spcPct val="0"/>
              </a:spcBef>
            </a:pPr>
            <a:r>
              <a:rPr lang="en-US" b="true" sz="6964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ТЕХНОЛОГИИТЕ ЗАД LYME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4955054"/>
            <a:ext cx="5109698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2386283" y="4955054"/>
            <a:ext cx="5901717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668364" y="1480779"/>
            <a:ext cx="7939850" cy="5194983"/>
          </a:xfrm>
          <a:custGeom>
            <a:avLst/>
            <a:gdLst/>
            <a:ahLst/>
            <a:cxnLst/>
            <a:rect r="r" b="b" t="t" l="l"/>
            <a:pathLst>
              <a:path h="5194983" w="7939850">
                <a:moveTo>
                  <a:pt x="0" y="0"/>
                </a:moveTo>
                <a:lnTo>
                  <a:pt x="7939851" y="0"/>
                </a:lnTo>
                <a:lnTo>
                  <a:pt x="7939851" y="5194984"/>
                </a:lnTo>
                <a:lnTo>
                  <a:pt x="0" y="5194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79233" y="4304111"/>
            <a:ext cx="12359056" cy="117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60"/>
              </a:lnSpc>
              <a:spcBef>
                <a:spcPct val="0"/>
              </a:spcBef>
            </a:pPr>
            <a:r>
              <a:rPr lang="en-US" b="true" sz="6964">
                <a:solidFill>
                  <a:srgbClr val="000001"/>
                </a:solidFill>
                <a:latin typeface="Agrandir Narrow Ultra-Bold"/>
                <a:ea typeface="Agrandir Narrow Ultra-Bold"/>
                <a:cs typeface="Agrandir Narrow Ultra-Bold"/>
                <a:sym typeface="Agrandir Narrow Ultra-Bold"/>
              </a:rPr>
              <a:t>DEMO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13740" y="6701075"/>
            <a:ext cx="3002710" cy="2928700"/>
          </a:xfrm>
          <a:custGeom>
            <a:avLst/>
            <a:gdLst/>
            <a:ahLst/>
            <a:cxnLst/>
            <a:rect r="r" b="b" t="t" l="l"/>
            <a:pathLst>
              <a:path h="2928700" w="3002710">
                <a:moveTo>
                  <a:pt x="0" y="0"/>
                </a:moveTo>
                <a:lnTo>
                  <a:pt x="3002710" y="0"/>
                </a:lnTo>
                <a:lnTo>
                  <a:pt x="3002710" y="2928700"/>
                </a:lnTo>
                <a:lnTo>
                  <a:pt x="0" y="29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60105" y="5734050"/>
            <a:ext cx="1521142" cy="1934051"/>
            <a:chOff x="0" y="0"/>
            <a:chExt cx="2028189" cy="2578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6056" cy="1966052"/>
            </a:xfrm>
            <a:custGeom>
              <a:avLst/>
              <a:gdLst/>
              <a:ahLst/>
              <a:cxnLst/>
              <a:rect r="r" b="b" t="t" l="l"/>
              <a:pathLst>
                <a:path h="1966052" w="1176056">
                  <a:moveTo>
                    <a:pt x="0" y="0"/>
                  </a:moveTo>
                  <a:lnTo>
                    <a:pt x="1176056" y="0"/>
                  </a:lnTo>
                  <a:lnTo>
                    <a:pt x="1176056" y="1966052"/>
                  </a:lnTo>
                  <a:lnTo>
                    <a:pt x="0" y="19660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073665" y="983026"/>
              <a:ext cx="954524" cy="1595709"/>
            </a:xfrm>
            <a:custGeom>
              <a:avLst/>
              <a:gdLst/>
              <a:ahLst/>
              <a:cxnLst/>
              <a:rect r="r" b="b" t="t" l="l"/>
              <a:pathLst>
                <a:path h="1595709" w="954524">
                  <a:moveTo>
                    <a:pt x="0" y="0"/>
                  </a:moveTo>
                  <a:lnTo>
                    <a:pt x="954524" y="0"/>
                  </a:lnTo>
                  <a:lnTo>
                    <a:pt x="954524" y="1595708"/>
                  </a:lnTo>
                  <a:lnTo>
                    <a:pt x="0" y="1595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2700000">
            <a:off x="1469314" y="320483"/>
            <a:ext cx="2704307" cy="3486343"/>
            <a:chOff x="0" y="0"/>
            <a:chExt cx="3605743" cy="4648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400498"/>
              <a:ext cx="3605743" cy="3247960"/>
            </a:xfrm>
            <a:custGeom>
              <a:avLst/>
              <a:gdLst/>
              <a:ahLst/>
              <a:cxnLst/>
              <a:rect r="r" b="b" t="t" l="l"/>
              <a:pathLst>
                <a:path h="3247960" w="3605743">
                  <a:moveTo>
                    <a:pt x="0" y="0"/>
                  </a:moveTo>
                  <a:lnTo>
                    <a:pt x="3605743" y="0"/>
                  </a:lnTo>
                  <a:lnTo>
                    <a:pt x="3605743" y="3247960"/>
                  </a:lnTo>
                  <a:lnTo>
                    <a:pt x="0" y="324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11015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10800000">
              <a:off x="467418" y="0"/>
              <a:ext cx="2670908" cy="4173294"/>
            </a:xfrm>
            <a:custGeom>
              <a:avLst/>
              <a:gdLst/>
              <a:ahLst/>
              <a:cxnLst/>
              <a:rect r="r" b="b" t="t" l="l"/>
              <a:pathLst>
                <a:path h="4173294" w="2670908">
                  <a:moveTo>
                    <a:pt x="0" y="0"/>
                  </a:moveTo>
                  <a:lnTo>
                    <a:pt x="2670908" y="0"/>
                  </a:lnTo>
                  <a:lnTo>
                    <a:pt x="2670908" y="4173294"/>
                  </a:lnTo>
                  <a:lnTo>
                    <a:pt x="0" y="4173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5105400" y="-491144"/>
            <a:ext cx="2667000" cy="1755371"/>
          </a:xfrm>
          <a:custGeom>
            <a:avLst/>
            <a:gdLst/>
            <a:ahLst/>
            <a:cxnLst/>
            <a:rect r="r" b="b" t="t" l="l"/>
            <a:pathLst>
              <a:path h="1755371" w="2667000">
                <a:moveTo>
                  <a:pt x="0" y="0"/>
                </a:moveTo>
                <a:lnTo>
                  <a:pt x="2667000" y="0"/>
                </a:lnTo>
                <a:lnTo>
                  <a:pt x="2667000" y="1755371"/>
                </a:lnTo>
                <a:lnTo>
                  <a:pt x="0" y="17553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3223269" y="4559253"/>
            <a:ext cx="1143000" cy="1168494"/>
          </a:xfrm>
          <a:custGeom>
            <a:avLst/>
            <a:gdLst/>
            <a:ahLst/>
            <a:cxnLst/>
            <a:rect r="r" b="b" t="t" l="l"/>
            <a:pathLst>
              <a:path h="1168494" w="1143000">
                <a:moveTo>
                  <a:pt x="0" y="0"/>
                </a:moveTo>
                <a:lnTo>
                  <a:pt x="1143000" y="0"/>
                </a:lnTo>
                <a:lnTo>
                  <a:pt x="1143000" y="1168494"/>
                </a:lnTo>
                <a:lnTo>
                  <a:pt x="0" y="11684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253577" y="7323340"/>
            <a:ext cx="2667000" cy="1755371"/>
          </a:xfrm>
          <a:custGeom>
            <a:avLst/>
            <a:gdLst/>
            <a:ahLst/>
            <a:cxnLst/>
            <a:rect r="r" b="b" t="t" l="l"/>
            <a:pathLst>
              <a:path h="1755371" w="2667000">
                <a:moveTo>
                  <a:pt x="0" y="0"/>
                </a:moveTo>
                <a:lnTo>
                  <a:pt x="2667000" y="0"/>
                </a:lnTo>
                <a:lnTo>
                  <a:pt x="2667000" y="1755370"/>
                </a:lnTo>
                <a:lnTo>
                  <a:pt x="0" y="17553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515600" y="8987560"/>
            <a:ext cx="2667000" cy="1755371"/>
          </a:xfrm>
          <a:custGeom>
            <a:avLst/>
            <a:gdLst/>
            <a:ahLst/>
            <a:cxnLst/>
            <a:rect r="r" b="b" t="t" l="l"/>
            <a:pathLst>
              <a:path h="1755371" w="2667000">
                <a:moveTo>
                  <a:pt x="0" y="0"/>
                </a:moveTo>
                <a:lnTo>
                  <a:pt x="2667000" y="0"/>
                </a:lnTo>
                <a:lnTo>
                  <a:pt x="2667000" y="1755371"/>
                </a:lnTo>
                <a:lnTo>
                  <a:pt x="0" y="175537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9296400" y="1143000"/>
            <a:ext cx="5524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71575" y="4000500"/>
            <a:ext cx="0" cy="228600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3467100" y="9115425"/>
            <a:ext cx="5524500" cy="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7145000" y="4000500"/>
            <a:ext cx="0" cy="2286000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-8100000">
            <a:off x="14492525" y="142853"/>
            <a:ext cx="2037884" cy="5087962"/>
          </a:xfrm>
          <a:custGeom>
            <a:avLst/>
            <a:gdLst/>
            <a:ahLst/>
            <a:cxnLst/>
            <a:rect r="r" b="b" t="t" l="l"/>
            <a:pathLst>
              <a:path h="5087962" w="2037884">
                <a:moveTo>
                  <a:pt x="0" y="0"/>
                </a:moveTo>
                <a:lnTo>
                  <a:pt x="2037884" y="0"/>
                </a:lnTo>
                <a:lnTo>
                  <a:pt x="2037884" y="5087962"/>
                </a:lnTo>
                <a:lnTo>
                  <a:pt x="0" y="508796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 flipH="true">
            <a:off x="14095160" y="3619558"/>
            <a:ext cx="516426" cy="516426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>
            <a:off x="13666135" y="3300474"/>
            <a:ext cx="705451" cy="189025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4741645" y="3859559"/>
            <a:ext cx="189025" cy="705451"/>
          </a:xfrm>
          <a:prstGeom prst="line">
            <a:avLst/>
          </a:prstGeom>
          <a:ln cap="rnd" w="57150">
            <a:solidFill>
              <a:srgbClr val="00000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5905500" y="4053681"/>
            <a:ext cx="6477000" cy="2233210"/>
            <a:chOff x="0" y="0"/>
            <a:chExt cx="1643831" cy="5667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3831" cy="566778"/>
            </a:xfrm>
            <a:custGeom>
              <a:avLst/>
              <a:gdLst/>
              <a:ahLst/>
              <a:cxnLst/>
              <a:rect r="r" b="b" t="t" l="l"/>
              <a:pathLst>
                <a:path h="566778" w="1643831">
                  <a:moveTo>
                    <a:pt x="0" y="0"/>
                  </a:moveTo>
                  <a:lnTo>
                    <a:pt x="1643831" y="0"/>
                  </a:lnTo>
                  <a:lnTo>
                    <a:pt x="1643831" y="566778"/>
                  </a:lnTo>
                  <a:lnTo>
                    <a:pt x="0" y="56677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80975"/>
              <a:ext cx="1643831" cy="74775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6499"/>
                </a:lnSpc>
                <a:spcBef>
                  <a:spcPct val="0"/>
                </a:spcBef>
              </a:pPr>
              <a:r>
                <a:rPr lang="en-US" sz="4999">
                  <a:solidFill>
                    <a:srgbClr val="000001"/>
                  </a:solidFill>
                  <a:latin typeface="Agrandir Narrow"/>
                  <a:ea typeface="Agrandir Narrow"/>
                  <a:cs typeface="Agrandir Narrow"/>
                  <a:sym typeface="Agrandir Narrow"/>
                </a:rPr>
                <a:t>БЛАГОДАРИМ ВИ ЗА ВНИМАНИЕТО!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DAHFKkQlp6I</dc:identifier>
  <dcterms:modified xsi:type="dcterms:W3CDTF">2011-08-01T06:04:30Z</dcterms:modified>
  <cp:revision>1</cp:revision>
  <dc:title>LYME</dc:title>
</cp:coreProperties>
</file>